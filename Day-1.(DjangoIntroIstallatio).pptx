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notesMasterIdLst>
    <p:notesMasterId r:id="rId13"/>
  </p:notesMasterIdLst>
  <p:sldIdLst>
    <p:sldId id="256" r:id="rId2"/>
    <p:sldId id="257" r:id="rId3"/>
    <p:sldId id="258" r:id="rId4"/>
    <p:sldId id="270" r:id="rId5"/>
    <p:sldId id="271" r:id="rId6"/>
    <p:sldId id="272" r:id="rId7"/>
    <p:sldId id="265" r:id="rId8"/>
    <p:sldId id="266" r:id="rId9"/>
    <p:sldId id="267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60000"/>
    <a:srgbClr val="378D8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D253E9-0B2A-4DE5-A8B0-01504CF21FF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3E889-E1E0-4160-93D7-066C9E1D0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078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3E889-E1E0-4160-93D7-066C9E1D07D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856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601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07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04513"/>
            <a:ext cx="8596668" cy="47584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483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5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335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26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624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56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44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384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68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737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4634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718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2900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6932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1525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515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B0BD-232E-4B3E-90CD-8C91CEE6CFB8}" type="datetimeFigureOut">
              <a:rPr lang="en-IN" smtClean="0"/>
              <a:t>18-06-2026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57BD448-E9A8-4AE7-B2EE-AE77EBFE9D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5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3494b323b77f8d26412e1e0ead9dd93868ac6bc3c6f4262d120d37207277c074JmltdHM9MTc1NTM4ODgwMA&amp;ptn=3&amp;ver=2&amp;hsh=4&amp;fclid=3df8ab74-6faa-6619-1c55-bef26ef867b0&amp;psq=python+download+for+windows+11&amp;u=a1aHR0cHM6Ly93d3cucHl0aG9uLm9yZy9kb3dubG9hZHMv&amp;ntb=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tutorial/modules.html#tut-packages" TargetMode="External"/><Relationship Id="rId7" Type="http://schemas.openxmlformats.org/officeDocument/2006/relationships/hyperlink" Target="https://docs.djangoproject.com/en/5.2/howto/deployment/wsgi/" TargetMode="External"/><Relationship Id="rId2" Type="http://schemas.openxmlformats.org/officeDocument/2006/relationships/hyperlink" Target="https://docs.djangoproject.com/en/5.2/ref/django-adm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djangoproject.com/en/5.2/howto/deployment/asgi/" TargetMode="External"/><Relationship Id="rId5" Type="http://schemas.openxmlformats.org/officeDocument/2006/relationships/hyperlink" Target="https://docs.djangoproject.com/en/5.2/topics/http/urls/" TargetMode="External"/><Relationship Id="rId4" Type="http://schemas.openxmlformats.org/officeDocument/2006/relationships/hyperlink" Target="https://docs.djangoproject.com/en/5.2/topics/settings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3596-6060-3C94-B615-985C1C605A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Django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F84C3-D421-417F-1440-51A450F3F5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High-Level Python Web Framework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829011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CA36-C8C4-4A84-7B5B-9DDB130B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Django?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4D051-07D6-C8F7-7887-2D5248007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7153"/>
            <a:ext cx="8596668" cy="4949073"/>
          </a:xfrm>
        </p:spPr>
        <p:txBody>
          <a:bodyPr>
            <a:normAutofit/>
          </a:bodyPr>
          <a:lstStyle/>
          <a:p>
            <a:r>
              <a:rPr lang="en-US" dirty="0"/>
              <a:t>A high-level, open-source web framework written in Python.</a:t>
            </a:r>
          </a:p>
          <a:p>
            <a:r>
              <a:rPr lang="en-US" dirty="0"/>
              <a:t>Designed for rapid application development(RAD).</a:t>
            </a:r>
          </a:p>
          <a:p>
            <a:r>
              <a:rPr lang="en-US" dirty="0"/>
              <a:t>Django allows us to create database-driven websites.</a:t>
            </a:r>
          </a:p>
          <a:p>
            <a:r>
              <a:rPr lang="en-US" dirty="0"/>
              <a:t>Follows the "Model-View-Template" (MVT) architectural pattern.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b="1" dirty="0"/>
              <a:t>Object-Relational Mapper </a:t>
            </a:r>
            <a:r>
              <a:rPr lang="en-US" dirty="0"/>
              <a:t>(ORM) for interacting with databases using Python code instead of raw SQL.</a:t>
            </a:r>
          </a:p>
          <a:p>
            <a:r>
              <a:rPr lang="en-US" dirty="0"/>
              <a:t>A powerful, auto-generated </a:t>
            </a:r>
            <a:r>
              <a:rPr lang="en-US" b="1" dirty="0"/>
              <a:t>admin panel </a:t>
            </a:r>
            <a:r>
              <a:rPr lang="en-US" dirty="0"/>
              <a:t>for managing data.</a:t>
            </a:r>
          </a:p>
          <a:p>
            <a:r>
              <a:rPr lang="en-US" dirty="0"/>
              <a:t>A URL </a:t>
            </a:r>
            <a:r>
              <a:rPr lang="en-US" b="1" dirty="0"/>
              <a:t>dispatcher for routing </a:t>
            </a:r>
            <a:r>
              <a:rPr lang="en-US" dirty="0"/>
              <a:t>requests to the correct functions.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6DB123-61E0-3356-AF94-E2F7575FF957}"/>
              </a:ext>
            </a:extLst>
          </p:cNvPr>
          <p:cNvSpPr/>
          <p:nvPr/>
        </p:nvSpPr>
        <p:spPr>
          <a:xfrm>
            <a:off x="1168925" y="3134996"/>
            <a:ext cx="1216056" cy="914400"/>
          </a:xfrm>
          <a:prstGeom prst="rect">
            <a:avLst/>
          </a:prstGeom>
          <a:solidFill>
            <a:srgbClr val="F6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2C2521-73D7-8C61-60AD-B8121845246E}"/>
              </a:ext>
            </a:extLst>
          </p:cNvPr>
          <p:cNvSpPr/>
          <p:nvPr/>
        </p:nvSpPr>
        <p:spPr>
          <a:xfrm>
            <a:off x="6315951" y="3125569"/>
            <a:ext cx="1216056" cy="9144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Template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4AFE84-D562-D5BB-11B8-BB148E6D8C9D}"/>
              </a:ext>
            </a:extLst>
          </p:cNvPr>
          <p:cNvSpPr/>
          <p:nvPr/>
        </p:nvSpPr>
        <p:spPr>
          <a:xfrm>
            <a:off x="3723585" y="3134996"/>
            <a:ext cx="1216056" cy="914400"/>
          </a:xfrm>
          <a:prstGeom prst="rect">
            <a:avLst/>
          </a:prstGeom>
          <a:solidFill>
            <a:srgbClr val="378D8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100988-140E-B023-42CF-4F4027A9C9E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384981" y="3592196"/>
            <a:ext cx="1329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0361497-C630-7250-8001-5530F67E5DF1}"/>
              </a:ext>
            </a:extLst>
          </p:cNvPr>
          <p:cNvCxnSpPr>
            <a:cxnSpLocks/>
          </p:cNvCxnSpPr>
          <p:nvPr/>
        </p:nvCxnSpPr>
        <p:spPr>
          <a:xfrm>
            <a:off x="4958498" y="3563916"/>
            <a:ext cx="1329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1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555D-DCE1-60BE-A30F-5C8550C9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Django?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8327-0A3A-F188-8B2D-55530EE00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2301"/>
            <a:ext cx="8596668" cy="492079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Rapid Development</a:t>
            </a:r>
            <a:r>
              <a:rPr lang="en-US" dirty="0"/>
              <a:t>: Django's "batteries-included" approach and its clean, organized structure significantly speed up the development process.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Security</a:t>
            </a:r>
            <a:r>
              <a:rPr lang="en-US" dirty="0"/>
              <a:t>: Django takes security seriously. </a:t>
            </a:r>
          </a:p>
          <a:p>
            <a:pPr>
              <a:lnSpc>
                <a:spcPct val="120000"/>
              </a:lnSpc>
            </a:pPr>
            <a:r>
              <a:rPr lang="en-US" dirty="0"/>
              <a:t>It includes built-in protection against many common web vulnerabilities, such as:</a:t>
            </a:r>
          </a:p>
          <a:p>
            <a:pPr lvl="1">
              <a:lnSpc>
                <a:spcPct val="120000"/>
              </a:lnSpc>
            </a:pPr>
            <a:r>
              <a:rPr lang="en-US" b="1" dirty="0"/>
              <a:t>Cross-Site Request Forgery (CSRF)</a:t>
            </a:r>
          </a:p>
          <a:p>
            <a:pPr lvl="1">
              <a:lnSpc>
                <a:spcPct val="120000"/>
              </a:lnSpc>
            </a:pPr>
            <a:r>
              <a:rPr lang="en-US" b="1" dirty="0"/>
              <a:t>Cross-Site Scripting (XSS)</a:t>
            </a:r>
          </a:p>
          <a:p>
            <a:pPr lvl="1">
              <a:lnSpc>
                <a:spcPct val="120000"/>
              </a:lnSpc>
            </a:pPr>
            <a:r>
              <a:rPr lang="en-US" b="1" dirty="0"/>
              <a:t>SQL Injection</a:t>
            </a:r>
          </a:p>
          <a:p>
            <a:pPr lvl="1">
              <a:lnSpc>
                <a:spcPct val="120000"/>
              </a:lnSpc>
            </a:pPr>
            <a:r>
              <a:rPr lang="en-US" b="1" dirty="0"/>
              <a:t>Clickjacking</a:t>
            </a:r>
          </a:p>
          <a:p>
            <a:pPr>
              <a:lnSpc>
                <a:spcPct val="120000"/>
              </a:lnSpc>
            </a:pPr>
            <a:r>
              <a:rPr lang="en-US" b="1" dirty="0"/>
              <a:t>Scalability: </a:t>
            </a:r>
            <a:r>
              <a:rPr lang="en-US" dirty="0"/>
              <a:t>Django is designed to be highly scalable. Many high-traffic sites, like Instagram, Pinterest, and Disqus, are built on Django, proving its ability to handle millions of users and requests.</a:t>
            </a:r>
          </a:p>
          <a:p>
            <a:pPr>
              <a:lnSpc>
                <a:spcPct val="120000"/>
              </a:lnSpc>
            </a:pPr>
            <a:r>
              <a:rPr lang="en-US" dirty="0"/>
              <a:t>"</a:t>
            </a:r>
            <a:r>
              <a:rPr lang="en-US" b="1" dirty="0"/>
              <a:t>Don't Repeat Yourself" </a:t>
            </a:r>
            <a:r>
              <a:rPr lang="en-US" dirty="0"/>
              <a:t>(DRY) Principle: Django encourages developers to avoid duplicating code. </a:t>
            </a:r>
          </a:p>
          <a:p>
            <a:pPr>
              <a:lnSpc>
                <a:spcPct val="120000"/>
              </a:lnSpc>
            </a:pPr>
            <a:r>
              <a:rPr lang="en-US" dirty="0"/>
              <a:t>The framework's design promotes </a:t>
            </a:r>
            <a:r>
              <a:rPr lang="en-US" b="1" dirty="0"/>
              <a:t>reusable components</a:t>
            </a:r>
            <a:r>
              <a:rPr lang="en-US" dirty="0"/>
              <a:t>, making your code </a:t>
            </a:r>
            <a:r>
              <a:rPr lang="en-US" b="1" dirty="0"/>
              <a:t>cleaner</a:t>
            </a:r>
            <a:r>
              <a:rPr lang="en-US" dirty="0"/>
              <a:t>, more </a:t>
            </a:r>
            <a:r>
              <a:rPr lang="en-US" b="1" dirty="0"/>
              <a:t>efficient</a:t>
            </a:r>
            <a:r>
              <a:rPr lang="en-US" dirty="0"/>
              <a:t>, and </a:t>
            </a:r>
            <a:r>
              <a:rPr lang="en-US" b="1" dirty="0"/>
              <a:t>easier</a:t>
            </a:r>
            <a:r>
              <a:rPr lang="en-US" dirty="0"/>
              <a:t> to maintain.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957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829CDB-A5F2-CB15-EF33-9756C48678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Installation of Django Framework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299340-AD21-F28C-17A1-EF872C149A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7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B99EA-003B-6454-477A-7152E243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Install Django</a:t>
            </a:r>
            <a:endParaRPr lang="en-IN" dirty="0"/>
          </a:p>
        </p:txBody>
      </p:sp>
      <p:pic>
        <p:nvPicPr>
          <p:cNvPr id="1028" name="Picture 4" descr="python™">
            <a:extLst>
              <a:ext uri="{FF2B5EF4-FFF2-40B4-BE49-F238E27FC236}">
                <a16:creationId xmlns:a16="http://schemas.microsoft.com/office/drawing/2014/main" id="{9247A096-9634-F2EC-C1C7-4374A942EF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733"/>
          <a:stretch>
            <a:fillRect/>
          </a:stretch>
        </p:blipFill>
        <p:spPr bwMode="auto">
          <a:xfrm>
            <a:off x="6223819" y="1129176"/>
            <a:ext cx="2971876" cy="361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3FB8ED-DB26-C57D-D3EB-CC484018E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python</a:t>
            </a:r>
          </a:p>
          <a:p>
            <a:pPr lvl="1"/>
            <a:r>
              <a:rPr lang="en-IN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</a:t>
            </a:r>
          </a:p>
          <a:p>
            <a:pPr lvl="1"/>
            <a:r>
              <a:rPr lang="en-IN" i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https://www.python.org › downloads</a:t>
            </a:r>
          </a:p>
          <a:p>
            <a:pPr marL="0" indent="0">
              <a:buNone/>
            </a:pPr>
            <a:r>
              <a:rPr lang="en-IN" dirty="0">
                <a:solidFill>
                  <a:srgbClr val="3FCDE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</a:p>
          <a:p>
            <a:r>
              <a:rPr lang="en-IN" dirty="0"/>
              <a:t>Install Django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pip install django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pip show django</a:t>
            </a:r>
          </a:p>
          <a:p>
            <a:pPr lvl="1"/>
            <a:r>
              <a:rPr lang="en-US" sz="2400">
                <a:solidFill>
                  <a:srgbClr val="FF0000"/>
                </a:solidFill>
              </a:rPr>
              <a:t>pip list</a:t>
            </a:r>
            <a:endParaRPr lang="en-US" sz="2400" dirty="0">
              <a:solidFill>
                <a:srgbClr val="FF0000"/>
              </a:solidFill>
            </a:endParaRPr>
          </a:p>
          <a:p>
            <a:pPr lvl="1"/>
            <a:endParaRPr lang="en-IN" sz="44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3737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06BC4-6113-8D3C-20F9-66E5A5B9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Django Cli command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44747-164E-88B1-11DA-D64878694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project using</a:t>
            </a:r>
          </a:p>
          <a:p>
            <a:pPr lvl="1"/>
            <a:r>
              <a:rPr lang="en-US" dirty="0"/>
              <a:t>django-admin startproject &lt;project name&gt;</a:t>
            </a:r>
          </a:p>
          <a:p>
            <a:r>
              <a:rPr lang="en-US" dirty="0"/>
              <a:t>Open the Project</a:t>
            </a:r>
          </a:p>
          <a:p>
            <a:pPr lvl="1"/>
            <a:r>
              <a:rPr lang="en-US" dirty="0"/>
              <a:t>cd &lt;project name&gt;</a:t>
            </a:r>
          </a:p>
          <a:p>
            <a:r>
              <a:rPr lang="en-US" dirty="0"/>
              <a:t>Creating application</a:t>
            </a:r>
          </a:p>
          <a:p>
            <a:pPr lvl="1"/>
            <a:r>
              <a:rPr lang="en-US" dirty="0"/>
              <a:t>py manage.py startup &lt;app-name&gt;</a:t>
            </a:r>
          </a:p>
          <a:p>
            <a:r>
              <a:rPr lang="en-US" dirty="0"/>
              <a:t>Run the application</a:t>
            </a:r>
          </a:p>
          <a:p>
            <a:pPr lvl="1"/>
            <a:r>
              <a:rPr lang="en-US" dirty="0"/>
              <a:t>Py manage.py runserver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803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3E5AE3-9F98-D740-E58A-5558FB6788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Creation of Django Application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B71ABAC-9FAF-06CB-284F-F3B0E35051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207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EE95B-ABF7-32E6-95F6-377C191EE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B7913-0F80-A776-C692-BA8F3E42F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 a folder</a:t>
            </a:r>
          </a:p>
          <a:p>
            <a:r>
              <a:rPr lang="en-US" dirty="0"/>
              <a:t>Open folder using VSCODE</a:t>
            </a:r>
          </a:p>
          <a:p>
            <a:r>
              <a:rPr lang="en-US" dirty="0"/>
              <a:t>Install Django : pip install django</a:t>
            </a:r>
          </a:p>
          <a:p>
            <a:r>
              <a:rPr lang="en-US" dirty="0"/>
              <a:t>Create project : C:\User\Arun\Desktop&gt; django-admin startproject &lt;project name&gt;</a:t>
            </a:r>
          </a:p>
          <a:p>
            <a:r>
              <a:rPr lang="en-US" dirty="0"/>
              <a:t>Open the project : C:\User\Arun\Desktop\project name&gt; cd &lt;project name&gt;</a:t>
            </a:r>
          </a:p>
          <a:p>
            <a:r>
              <a:rPr lang="en-US" dirty="0"/>
              <a:t>Create the app : C:\User\Arun\Desktop\project name&gt; py manage.py startup &lt;appname&gt;</a:t>
            </a:r>
          </a:p>
          <a:p>
            <a:r>
              <a:rPr lang="en-US" dirty="0"/>
              <a:t>Add &lt;app name&gt; in settings.py INSTALLED_APPS with ,.</a:t>
            </a:r>
          </a:p>
          <a:p>
            <a:r>
              <a:rPr lang="en-US" dirty="0"/>
              <a:t>Example : 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PS E:\DjangoApp&gt; django-admin startproject demo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PS E:\DjangoApp&gt; cd demo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PS E:\DjangoApp\demo&gt; py manage.py startapp myapp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PS E:\DjangoApp\demo&gt; 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Add myapp in settings.py INSTALLED_APPS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C655EF-39D8-18FE-65DC-B9C75B7D8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163" y="230014"/>
            <a:ext cx="3016577" cy="2720576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074A4E-4DE3-7436-7310-70D7DD2F68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6" r="2106"/>
          <a:stretch>
            <a:fillRect/>
          </a:stretch>
        </p:blipFill>
        <p:spPr>
          <a:xfrm>
            <a:off x="7513163" y="3907410"/>
            <a:ext cx="3016577" cy="2720576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06491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803E9-7068-698D-F4F2-689F43C56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3677D-15AE-60B8-5CB1-B99A4DDFC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file </a:t>
            </a:r>
            <a:r>
              <a:rPr lang="en-US" b="1" dirty="0"/>
              <a:t>urls.py </a:t>
            </a:r>
            <a:r>
              <a:rPr lang="en-US" dirty="0"/>
              <a:t>in myapp</a:t>
            </a:r>
          </a:p>
          <a:p>
            <a:r>
              <a:rPr lang="en-US" dirty="0"/>
              <a:t>Define functions in </a:t>
            </a:r>
            <a:r>
              <a:rPr lang="en-US" b="1" dirty="0"/>
              <a:t>views.py in </a:t>
            </a:r>
            <a:r>
              <a:rPr lang="en-US" dirty="0"/>
              <a:t>myapp</a:t>
            </a:r>
            <a:endParaRPr lang="en-US" b="1" dirty="0"/>
          </a:p>
          <a:p>
            <a:r>
              <a:rPr lang="en-US" dirty="0"/>
              <a:t>Cerate path for the function in views.py to </a:t>
            </a:r>
            <a:r>
              <a:rPr lang="en-US" b="1" dirty="0"/>
              <a:t>urls.py </a:t>
            </a:r>
            <a:r>
              <a:rPr lang="en-US" dirty="0"/>
              <a:t>inside myapp</a:t>
            </a:r>
          </a:p>
          <a:p>
            <a:r>
              <a:rPr lang="en-US" dirty="0"/>
              <a:t>Add path in urlpatterns in </a:t>
            </a:r>
            <a:r>
              <a:rPr lang="en-US" b="1" dirty="0">
                <a:solidFill>
                  <a:srgbClr val="FF0000"/>
                </a:solidFill>
              </a:rPr>
              <a:t>projects</a:t>
            </a:r>
            <a:r>
              <a:rPr lang="en-US" dirty="0"/>
              <a:t> </a:t>
            </a:r>
            <a:r>
              <a:rPr lang="en-US" b="1" dirty="0"/>
              <a:t>urls.py </a:t>
            </a:r>
          </a:p>
          <a:p>
            <a:r>
              <a:rPr lang="en-US" dirty="0"/>
              <a:t>Run the application</a:t>
            </a:r>
          </a:p>
          <a:p>
            <a:pPr lvl="1"/>
            <a:r>
              <a:rPr lang="en-US" dirty="0"/>
              <a:t>Py manage.py runserver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3C189-3EB3-B9B3-173D-924FEDF1E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346" y="769819"/>
            <a:ext cx="4648603" cy="179847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260CAC-56AD-B4DA-D125-AA7241415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346" y="2809690"/>
            <a:ext cx="4648602" cy="169178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742F6-25ED-289B-D956-B3154469F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346" y="4742872"/>
            <a:ext cx="4648602" cy="18060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CFBB71-D44F-9FBC-7EC7-80413C201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057" y="4742872"/>
            <a:ext cx="4280867" cy="1806097"/>
          </a:xfrm>
          <a:prstGeom prst="rect">
            <a:avLst/>
          </a:prstGeom>
          <a:ln>
            <a:solidFill>
              <a:srgbClr val="0066FF"/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BA03A7-F298-D945-6798-35CAC0FDEA15}"/>
              </a:ext>
            </a:extLst>
          </p:cNvPr>
          <p:cNvCxnSpPr>
            <a:cxnSpLocks/>
          </p:cNvCxnSpPr>
          <p:nvPr/>
        </p:nvCxnSpPr>
        <p:spPr>
          <a:xfrm flipV="1">
            <a:off x="3962671" y="1093509"/>
            <a:ext cx="3116859" cy="16282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5D9062-6812-10E9-0E21-AE4BF69D72CC}"/>
              </a:ext>
            </a:extLst>
          </p:cNvPr>
          <p:cNvCxnSpPr>
            <a:cxnSpLocks/>
          </p:cNvCxnSpPr>
          <p:nvPr/>
        </p:nvCxnSpPr>
        <p:spPr>
          <a:xfrm flipV="1">
            <a:off x="6363093" y="2951952"/>
            <a:ext cx="2281286" cy="2570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BB89A3E-7BCE-6587-D460-16FCD764B965}"/>
              </a:ext>
            </a:extLst>
          </p:cNvPr>
          <p:cNvCxnSpPr/>
          <p:nvPr/>
        </p:nvCxnSpPr>
        <p:spPr>
          <a:xfrm>
            <a:off x="5128181" y="3655583"/>
            <a:ext cx="3440784" cy="12021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2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05643-F684-321B-32CB-6FDF89A9B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52" y="167150"/>
            <a:ext cx="11996447" cy="6305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manage.py</a:t>
            </a:r>
            <a:r>
              <a:rPr lang="en-US" sz="2000" dirty="0"/>
              <a:t>: A command-line utility that lets you interact with this Django project in various ways. You can read all the details about </a:t>
            </a:r>
            <a:r>
              <a:rPr lang="en-US" sz="2000" b="1" dirty="0"/>
              <a:t>manage.py</a:t>
            </a:r>
            <a:r>
              <a:rPr lang="en-US" sz="2000" dirty="0"/>
              <a:t> in </a:t>
            </a:r>
            <a:r>
              <a:rPr lang="en-US" sz="2000" dirty="0">
                <a:hlinkClick r:id="rId2"/>
              </a:rPr>
              <a:t>django-admin and manage.py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 err="1"/>
              <a:t>myproject</a:t>
            </a:r>
            <a:r>
              <a:rPr lang="en-US" sz="2000" b="1" dirty="0"/>
              <a:t>/</a:t>
            </a:r>
            <a:r>
              <a:rPr lang="en-US" sz="2000" dirty="0"/>
              <a:t>: A directory that is the actual Python package for your project. Its name is the Python package name you’ll need to use to import anything inside it (e.g. </a:t>
            </a:r>
            <a:r>
              <a:rPr lang="en-US" sz="2000" b="1" dirty="0" err="1"/>
              <a:t>mysite.urls</a:t>
            </a:r>
            <a:r>
              <a:rPr lang="en-US" sz="2000" dirty="0"/>
              <a:t>).</a:t>
            </a:r>
          </a:p>
          <a:p>
            <a:pPr marL="0" indent="0">
              <a:buNone/>
            </a:pPr>
            <a:r>
              <a:rPr lang="en-US" sz="2000" b="1" dirty="0" err="1"/>
              <a:t>myproject</a:t>
            </a:r>
            <a:r>
              <a:rPr lang="en-US" sz="2000" b="1" dirty="0"/>
              <a:t>/__init__.py</a:t>
            </a:r>
            <a:r>
              <a:rPr lang="en-US" sz="2000" dirty="0"/>
              <a:t>: An empty file that tells Python that this directory should be considered a Python package. If you’re a Python beginner, read </a:t>
            </a:r>
            <a:r>
              <a:rPr lang="en-US" sz="2000" dirty="0">
                <a:hlinkClick r:id="rId3" tooltip="(in Python v3.14)"/>
              </a:rPr>
              <a:t>more about packages</a:t>
            </a:r>
            <a:r>
              <a:rPr lang="en-US" sz="2000" dirty="0"/>
              <a:t> in the official Python docs.</a:t>
            </a:r>
          </a:p>
          <a:p>
            <a:pPr marL="0" indent="0">
              <a:buNone/>
            </a:pPr>
            <a:r>
              <a:rPr lang="en-US" sz="2000" b="1" dirty="0" err="1"/>
              <a:t>myproject</a:t>
            </a:r>
            <a:r>
              <a:rPr lang="en-US" sz="2000" b="1" dirty="0"/>
              <a:t> /settings.py</a:t>
            </a:r>
            <a:r>
              <a:rPr lang="en-US" sz="2000" dirty="0"/>
              <a:t>: Settings/configuration for this Django project. </a:t>
            </a:r>
            <a:r>
              <a:rPr lang="en-US" sz="2000" dirty="0">
                <a:hlinkClick r:id="rId4"/>
              </a:rPr>
              <a:t>Django settings</a:t>
            </a:r>
            <a:r>
              <a:rPr lang="en-US" sz="2000" dirty="0"/>
              <a:t> will tell you all about how settings work.</a:t>
            </a:r>
          </a:p>
          <a:p>
            <a:pPr marL="0" indent="0">
              <a:buNone/>
            </a:pPr>
            <a:r>
              <a:rPr lang="en-US" sz="2000" b="1" dirty="0" err="1"/>
              <a:t>myproject</a:t>
            </a:r>
            <a:r>
              <a:rPr lang="en-US" sz="2000" b="1" dirty="0"/>
              <a:t> /urls.py</a:t>
            </a:r>
            <a:r>
              <a:rPr lang="en-US" sz="2000" dirty="0"/>
              <a:t>: The URL declarations for this Django project; a “table of contents” of your Django-powered site. You can read more about URLs in </a:t>
            </a:r>
            <a:r>
              <a:rPr lang="en-US" sz="2000" dirty="0">
                <a:hlinkClick r:id="rId5"/>
              </a:rPr>
              <a:t>URL dispatcher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 err="1"/>
              <a:t>myproject</a:t>
            </a:r>
            <a:r>
              <a:rPr lang="en-US" sz="2000" b="1" dirty="0"/>
              <a:t> /asgi.py</a:t>
            </a:r>
            <a:r>
              <a:rPr lang="en-US" sz="2000" dirty="0"/>
              <a:t>: An entry-point for ASGI-compatible web servers to serve your project. See </a:t>
            </a:r>
            <a:r>
              <a:rPr lang="en-US" sz="2000" dirty="0">
                <a:hlinkClick r:id="rId6"/>
              </a:rPr>
              <a:t>How to deploy with ASGI</a:t>
            </a:r>
            <a:r>
              <a:rPr lang="en-US" sz="2000" dirty="0"/>
              <a:t> for more details.</a:t>
            </a:r>
          </a:p>
          <a:p>
            <a:pPr marL="0" indent="0">
              <a:buNone/>
            </a:pPr>
            <a:r>
              <a:rPr lang="en-US" sz="2000" b="1" dirty="0" err="1"/>
              <a:t>myproject</a:t>
            </a:r>
            <a:r>
              <a:rPr lang="en-US" sz="2000" b="1" dirty="0"/>
              <a:t> /wsgi.py</a:t>
            </a:r>
            <a:r>
              <a:rPr lang="en-US" sz="2000" dirty="0"/>
              <a:t>: An entry-point for WSGI-compatible web servers to serve your project. See </a:t>
            </a:r>
            <a:r>
              <a:rPr lang="en-US" sz="2000" dirty="0">
                <a:hlinkClick r:id="rId7"/>
              </a:rPr>
              <a:t>How to deploy with WSGI</a:t>
            </a:r>
            <a:r>
              <a:rPr lang="en-US" sz="2000" dirty="0"/>
              <a:t> for more details.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40629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9866F-A675-88CA-C2C0-8A8471870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800" dirty="0">
                <a:solidFill>
                  <a:schemeClr val="accent1"/>
                </a:solidFill>
              </a:rPr>
              <a:t>Thank you</a:t>
            </a:r>
            <a:endParaRPr lang="en-IN" sz="4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3674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567</TotalTime>
  <Words>716</Words>
  <Application>Microsoft Office PowerPoint</Application>
  <PresentationFormat>Widescreen</PresentationFormat>
  <Paragraphs>84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Trebuchet MS</vt:lpstr>
      <vt:lpstr>Wingdings 3</vt:lpstr>
      <vt:lpstr>Facet</vt:lpstr>
      <vt:lpstr>Django</vt:lpstr>
      <vt:lpstr>What is Django?</vt:lpstr>
      <vt:lpstr>Why Django?</vt:lpstr>
      <vt:lpstr>Installation of Django Framework</vt:lpstr>
      <vt:lpstr>Steps Install Django</vt:lpstr>
      <vt:lpstr>Django Cli command</vt:lpstr>
      <vt:lpstr>Creation of Django Application</vt:lpstr>
      <vt:lpstr>Step by Step Process</vt:lpstr>
      <vt:lpstr>Step by Step process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Sushma P</dc:creator>
  <cp:lastModifiedBy>arunkumar allam</cp:lastModifiedBy>
  <cp:revision>66</cp:revision>
  <dcterms:created xsi:type="dcterms:W3CDTF">2025-08-10T16:31:26Z</dcterms:created>
  <dcterms:modified xsi:type="dcterms:W3CDTF">2026-06-18T04:31:51Z</dcterms:modified>
</cp:coreProperties>
</file>